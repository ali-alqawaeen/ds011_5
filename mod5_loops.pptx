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1"/>
  </p:notesMasterIdLst>
  <p:sldIdLst>
    <p:sldId id="257" r:id="rId2"/>
    <p:sldId id="258" r:id="rId3"/>
    <p:sldId id="259" r:id="rId4"/>
    <p:sldId id="260" r:id="rId5"/>
    <p:sldId id="261" r:id="rId6"/>
    <p:sldId id="262" r:id="rId7"/>
    <p:sldId id="263" r:id="rId8"/>
    <p:sldId id="264" r:id="rId9"/>
    <p:sldId id="265" r:id="rId10"/>
    <p:sldId id="267" r:id="rId11"/>
    <p:sldId id="269" r:id="rId12"/>
    <p:sldId id="271" r:id="rId13"/>
    <p:sldId id="272" r:id="rId14"/>
    <p:sldId id="273" r:id="rId15"/>
    <p:sldId id="274" r:id="rId16"/>
    <p:sldId id="275" r:id="rId17"/>
    <p:sldId id="277" r:id="rId18"/>
    <p:sldId id="279" r:id="rId19"/>
    <p:sldId id="281" r:id="rId20"/>
    <p:sldId id="282" r:id="rId21"/>
    <p:sldId id="283" r:id="rId22"/>
    <p:sldId id="284" r:id="rId23"/>
    <p:sldId id="285" r:id="rId24"/>
    <p:sldId id="286" r:id="rId25"/>
    <p:sldId id="287" r:id="rId26"/>
    <p:sldId id="288" r:id="rId27"/>
    <p:sldId id="290" r:id="rId28"/>
    <p:sldId id="292" r:id="rId29"/>
    <p:sldId id="294" r:id="rId30"/>
    <p:sldId id="295" r:id="rId31"/>
    <p:sldId id="296" r:id="rId32"/>
    <p:sldId id="297" r:id="rId33"/>
    <p:sldId id="298" r:id="rId34"/>
    <p:sldId id="300" r:id="rId35"/>
    <p:sldId id="302" r:id="rId36"/>
    <p:sldId id="304" r:id="rId37"/>
    <p:sldId id="306" r:id="rId38"/>
    <p:sldId id="308" r:id="rId39"/>
    <p:sldId id="309" r:id="rId40"/>
    <p:sldId id="310" r:id="rId41"/>
    <p:sldId id="311" r:id="rId42"/>
    <p:sldId id="312" r:id="rId43"/>
    <p:sldId id="313" r:id="rId44"/>
    <p:sldId id="314" r:id="rId45"/>
    <p:sldId id="315" r:id="rId46"/>
    <p:sldId id="316" r:id="rId47"/>
    <p:sldId id="318" r:id="rId48"/>
    <p:sldId id="320" r:id="rId49"/>
    <p:sldId id="321" r:id="rId50"/>
    <p:sldId id="322" r:id="rId51"/>
    <p:sldId id="323" r:id="rId52"/>
    <p:sldId id="324" r:id="rId53"/>
    <p:sldId id="325" r:id="rId54"/>
    <p:sldId id="326" r:id="rId55"/>
    <p:sldId id="328" r:id="rId56"/>
    <p:sldId id="330" r:id="rId57"/>
    <p:sldId id="331" r:id="rId58"/>
    <p:sldId id="332" r:id="rId59"/>
    <p:sldId id="333" r:id="rId60"/>
    <p:sldId id="334" r:id="rId61"/>
    <p:sldId id="335" r:id="rId62"/>
    <p:sldId id="336" r:id="rId63"/>
    <p:sldId id="337" r:id="rId64"/>
    <p:sldId id="338" r:id="rId65"/>
    <p:sldId id="339" r:id="rId66"/>
    <p:sldId id="341" r:id="rId67"/>
    <p:sldId id="343" r:id="rId68"/>
    <p:sldId id="345" r:id="rId69"/>
    <p:sldId id="346" r:id="rId70"/>
    <p:sldId id="347" r:id="rId71"/>
    <p:sldId id="349" r:id="rId72"/>
    <p:sldId id="350" r:id="rId73"/>
    <p:sldId id="351" r:id="rId74"/>
    <p:sldId id="352" r:id="rId75"/>
    <p:sldId id="353" r:id="rId76"/>
    <p:sldId id="354" r:id="rId77"/>
    <p:sldId id="355" r:id="rId78"/>
    <p:sldId id="356" r:id="rId79"/>
    <p:sldId id="357" r:id="rId80"/>
    <p:sldId id="358" r:id="rId81"/>
    <p:sldId id="359" r:id="rId82"/>
    <p:sldId id="361" r:id="rId83"/>
    <p:sldId id="363" r:id="rId84"/>
    <p:sldId id="364" r:id="rId85"/>
    <p:sldId id="365" r:id="rId86"/>
    <p:sldId id="366" r:id="rId87"/>
    <p:sldId id="367" r:id="rId88"/>
    <p:sldId id="368" r:id="rId89"/>
    <p:sldId id="369" r:id="rId9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40"/>
    <p:restoredTop sz="94610"/>
  </p:normalViewPr>
  <p:slideViewPr>
    <p:cSldViewPr snapToGrid="0" snapToObjects="1">
      <p:cViewPr varScale="1">
        <p:scale>
          <a:sx n="183" d="100"/>
          <a:sy n="183" d="100"/>
        </p:scale>
        <p:origin x="224" y="528"/>
      </p:cViewPr>
      <p:guideLst/>
    </p:cSldViewPr>
  </p:slideViewPr>
  <p:notesTextViewPr>
    <p:cViewPr>
      <p:scale>
        <a:sx n="1" d="1"/>
        <a:sy n="1" d="1"/>
      </p:scale>
      <p:origin x="0" y="0"/>
    </p:cViewPr>
  </p:notesTextViewPr>
  <p:sorterViewPr>
    <p:cViewPr>
      <p:scale>
        <a:sx n="191" d="100"/>
        <a:sy n="191"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2003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above code's output is:
    8 : 0
    8 : 30
    9 : 0
    9 : 30
In this example, the outer loop iterates over the time's hour portion between 8 and 9, and the inner loop iterates over the time's minute portion between 0 and 59.</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below is a regular for loop for going through all the characters of user_string. If the character is found, the break statement takes execution out of the for loop. Since the task has been accomplished, the rest of the for loop execution is bypassed.</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 the code examples below, the code on the left prints "Found 10!" if the variable i's value is 10. If the value 10 is not in the list, the code prints "10 is not in the list.". 
- The code on the right uses the seen Boolean variable to track if the value 10 is in the list. After loop's execution, if seen's value is still false, the code prints "10 is not in the list.".</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you should be able to write programs with loop constructs. The programming practice below ties together most topics presented in the chapter.</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7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7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7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7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7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7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8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8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8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8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8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8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8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9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9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9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9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9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9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9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9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9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10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10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10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10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10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10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10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10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1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1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1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1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1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324</Words>
  <Application>Microsoft Macintosh PowerPoint</Application>
  <PresentationFormat>Widescreen</PresentationFormat>
  <Paragraphs>93</Paragraphs>
  <Slides>89</Slides>
  <Notes>89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89</vt:i4>
      </vt:variant>
    </vt:vector>
  </HeadingPairs>
  <TitlesOfParts>
    <vt:vector size="9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Created by Marp</dc:creator>
  <cp:lastModifiedBy>Ali AlQawaeen</cp:lastModifiedBy>
  <cp:revision>2</cp:revision>
  <dcterms:created xsi:type="dcterms:W3CDTF">2025-04-20T20:43:13Z</dcterms:created>
  <dcterms:modified xsi:type="dcterms:W3CDTF">2025-04-20T20:45:03Z</dcterms:modified>
</cp:coreProperties>
</file>